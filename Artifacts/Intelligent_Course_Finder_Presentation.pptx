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University Course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AI-powered discovery system for students</a:t>
            </a:r>
          </a:p>
          <a:p/>
          <a:p>
            <a:r>
              <a:t>Built with OpenAI Agents, Qdrant &amp;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&amp;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Pipeline: Built with OpenAI Agents SDK, processing tasks in parallel to cut latency.</a:t>
            </a:r>
          </a:p>
          <a:p>
            <a:r>
              <a:t>Hybrid Retrieval: Fuses Dense Vector Search (semantic) with BM25 Keyword Search.</a:t>
            </a:r>
          </a:p>
          <a:p>
            <a:r>
              <a:t>Parent/Child Chunking: Returns full course context while maintaining embedding precision.</a:t>
            </a:r>
          </a:p>
          <a:p>
            <a:r>
              <a:t>Zero-cost Sequencer: Python-based difficulty sorting with zero LLM API cost.</a:t>
            </a:r>
          </a:p>
          <a:p>
            <a:r>
              <a:t>Microservice Architecture: Decoupled API Gateway, Data API, and React Frontend.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(React): Component-driven UI handling user interaction.</a:t>
            </a:r>
          </a:p>
          <a:p>
            <a:r>
              <a:t>API Gateway: Central proxy routing traffic and handling timeouts.</a:t>
            </a:r>
          </a:p>
          <a:p>
            <a:r>
              <a:t>Guardrails: Presidio (PII redaction) &amp; LangChain (Semantic checks) run first.</a:t>
            </a:r>
          </a:p>
          <a:p>
            <a:r>
              <a:t>Agent Pipeline: Normalizes queries, analyzes skill gaps, and forms advice.</a:t>
            </a:r>
          </a:p>
          <a:p>
            <a:r>
              <a:t>Storage: Hybrid Qdrant Vector DB &amp; BM25 Pickle Index.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Retrieval: Hybrid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Qdrant Semantic Search understands the meaning of the query.</a:t>
            </a:r>
          </a:p>
          <a:p>
            <a:r>
              <a:t>BM25 handles exact keyword matching for specific technologies or tools.</a:t>
            </a:r>
          </a:p>
          <a:p>
            <a:r>
              <a:t>Reciprocal Rank Fusion (RRF) combines scores from both retrievers.</a:t>
            </a:r>
          </a:p>
          <a:p>
            <a:r>
              <a:t>Domain-aware chunking isolates Skills, Identity, and Description for sharp indexing.</a:t>
            </a:r>
          </a:p>
          <a:p>
            <a:r>
              <a:t>Small-to-Big Parent Fetch resolves chunks back to full course descriptions.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Pipeline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Agent: Normalizes raw queries into structured {topic, level, keywords}.</a:t>
            </a:r>
          </a:p>
          <a:p>
            <a:r>
              <a:t>SkillGap Agent: Identifies prerequisite skills missing from the user's background.</a:t>
            </a:r>
          </a:p>
          <a:p>
            <a:r>
              <a:t>Career Agent: Aligns matched courses to real-world job tracks.</a:t>
            </a:r>
          </a:p>
          <a:p>
            <a:r>
              <a:t>Task Parallelization: SkillGap and Career agents execute concurrently (asyncio.gather).</a:t>
            </a:r>
          </a:p>
          <a:p>
            <a:r>
              <a:t>Learning Advisor Agent: Synthesizes final actionable advice and study tips.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Locally Executed PII Detection: Microsoft Presidio detects emails, names, and phone numbers.</a:t>
            </a:r>
          </a:p>
          <a:p>
            <a:r>
              <a:t>On-the-fly Anonymization: Sentences are scrubbed before reaching any LLM API.</a:t>
            </a:r>
          </a:p>
          <a:p>
            <a:r>
              <a:t>Intent Validation: LangChain pre-emptively blocks toxic or prompt-injection attempts.</a:t>
            </a:r>
          </a:p>
          <a:p>
            <a:r>
              <a:t>Data Privacy Maintained: PII never leaves the gateway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Learning Experience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+ Vite SPA with a modern glassmorphism dark theme.</a:t>
            </a:r>
          </a:p>
          <a:p>
            <a:r>
              <a:t>Career Card: Displays the aligned career track and reasoning.</a:t>
            </a:r>
          </a:p>
          <a:p>
            <a:r>
              <a:t>Advisor Card: Displays summary, study tips, and skill gap tags.</a:t>
            </a:r>
          </a:p>
          <a:p>
            <a:r>
              <a:t>Course List: Shows a difficulty-staged pathway with direct course links.</a:t>
            </a:r>
          </a:p>
          <a:p>
            <a:r>
              <a:t>Modular Component Design maps easily to respective AI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